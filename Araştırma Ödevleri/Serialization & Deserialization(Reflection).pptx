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019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1770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  <p15:guide id="2" pos="7680" userDrawn="1">
          <p15:clr>
            <a:srgbClr val="FBAE40"/>
          </p15:clr>
        </p15:guide>
        <p15:guide id="3" pos="170" userDrawn="1">
          <p15:clr>
            <a:srgbClr val="FBAE40"/>
          </p15:clr>
        </p15:guide>
        <p15:guide id="4" pos="781" userDrawn="1">
          <p15:clr>
            <a:srgbClr val="FBAE40"/>
          </p15:clr>
        </p15:guide>
        <p15:guide id="5" pos="1393" userDrawn="1">
          <p15:clr>
            <a:srgbClr val="FBAE40"/>
          </p15:clr>
        </p15:guide>
        <p15:guide id="6" pos="2005" userDrawn="1">
          <p15:clr>
            <a:srgbClr val="FBAE40"/>
          </p15:clr>
        </p15:guide>
        <p15:guide id="7" pos="2616" userDrawn="1">
          <p15:clr>
            <a:srgbClr val="FBAE40"/>
          </p15:clr>
        </p15:guide>
        <p15:guide id="8" pos="3228" userDrawn="1">
          <p15:clr>
            <a:srgbClr val="FBAE40"/>
          </p15:clr>
        </p15:guide>
        <p15:guide id="9" pos="3840" userDrawn="1">
          <p15:clr>
            <a:srgbClr val="FBAE40"/>
          </p15:clr>
        </p15:guide>
        <p15:guide id="10" pos="4451" userDrawn="1">
          <p15:clr>
            <a:srgbClr val="FBAE40"/>
          </p15:clr>
        </p15:guide>
        <p15:guide id="11" pos="5063" userDrawn="1">
          <p15:clr>
            <a:srgbClr val="FBAE40"/>
          </p15:clr>
        </p15:guide>
        <p15:guide id="12" pos="5674" userDrawn="1">
          <p15:clr>
            <a:srgbClr val="FBAE40"/>
          </p15:clr>
        </p15:guide>
        <p15:guide id="13" pos="6286" userDrawn="1">
          <p15:clr>
            <a:srgbClr val="FBAE40"/>
          </p15:clr>
        </p15:guide>
        <p15:guide id="14" pos="6898" userDrawn="1">
          <p15:clr>
            <a:srgbClr val="FBAE40"/>
          </p15:clr>
        </p15:guide>
        <p15:guide id="15" pos="7509" userDrawn="1">
          <p15:clr>
            <a:srgbClr val="FBAE40"/>
          </p15:clr>
        </p15:guide>
        <p15:guide id="16" orient="horz" userDrawn="1">
          <p15:clr>
            <a:srgbClr val="FBAE40"/>
          </p15:clr>
        </p15:guide>
        <p15:guide id="17" orient="horz" pos="4320" userDrawn="1">
          <p15:clr>
            <a:srgbClr val="FBAE40"/>
          </p15:clr>
        </p15:guide>
        <p15:guide id="18" orient="horz" pos="170" userDrawn="1">
          <p15:clr>
            <a:srgbClr val="FBAE40"/>
          </p15:clr>
        </p15:guide>
        <p15:guide id="19" orient="horz" pos="41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tr-T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617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745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643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5947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728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278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337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441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966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4EF3DA4-6DE8-416F-B9CB-2BE9A17B6E02}" type="datetimeFigureOut">
              <a:rPr lang="tr-TR" smtClean="0"/>
              <a:t>17.04.2025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BD6C095-43D9-44BD-8A8D-87A06983F7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060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8E3F66-7F7C-1B12-25BC-F01CD84A9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   </a:t>
            </a:r>
            <a:r>
              <a:rPr lang="tr-TR" dirty="0" err="1"/>
              <a:t>Reflectıon</a:t>
            </a:r>
            <a:r>
              <a:rPr lang="tr-TR" dirty="0"/>
              <a:t> </a:t>
            </a:r>
            <a:r>
              <a:rPr lang="tr-TR" dirty="0" err="1"/>
              <a:t>nedır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70455FA-365A-3697-7D50-CB4A27B0F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86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505872-FE8A-4FA0-8178-86EF420B2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269875"/>
            <a:ext cx="1970405" cy="338328"/>
          </a:xfrm>
        </p:spPr>
        <p:txBody>
          <a:bodyPr>
            <a:noAutofit/>
          </a:bodyPr>
          <a:lstStyle/>
          <a:p>
            <a:r>
              <a:rPr lang="tr-TR" sz="2000" dirty="0" err="1"/>
              <a:t>Reflectıon</a:t>
            </a:r>
            <a:r>
              <a:rPr lang="tr-TR" sz="2000" dirty="0"/>
              <a:t> </a:t>
            </a:r>
            <a:r>
              <a:rPr lang="tr-TR" sz="2000" dirty="0" err="1"/>
              <a:t>nedır</a:t>
            </a:r>
            <a:endParaRPr lang="tr-TR" sz="20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4639856-459A-6679-1697-FDACFC07A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75" y="786384"/>
            <a:ext cx="10058400" cy="978408"/>
          </a:xfrm>
        </p:spPr>
        <p:txBody>
          <a:bodyPr>
            <a:normAutofit/>
          </a:bodyPr>
          <a:lstStyle/>
          <a:p>
            <a:r>
              <a:rPr lang="tr-TR" sz="1800" dirty="0" err="1"/>
              <a:t>Reflection</a:t>
            </a:r>
            <a:r>
              <a:rPr lang="tr-TR" sz="1800" dirty="0"/>
              <a:t>, bir programın kendi yapısını ve/veya </a:t>
            </a:r>
            <a:r>
              <a:rPr lang="tr-TR" sz="1800" dirty="0" err="1"/>
              <a:t>diğerprogramların</a:t>
            </a:r>
            <a:r>
              <a:rPr lang="tr-TR" sz="1800" dirty="0"/>
              <a:t> yapısını çalışma zamanında </a:t>
            </a:r>
            <a:r>
              <a:rPr lang="tr-TR" sz="1800" dirty="0" err="1"/>
              <a:t>değiştirmeyeveya</a:t>
            </a:r>
            <a:r>
              <a:rPr lang="tr-TR" sz="1800" dirty="0"/>
              <a:t> analiz etmeye imkan sağlayan bir yaklaşım/özelliktir.</a:t>
            </a:r>
          </a:p>
        </p:txBody>
      </p:sp>
      <p:sp>
        <p:nvSpPr>
          <p:cNvPr id="4" name="Başlık 1">
            <a:extLst>
              <a:ext uri="{FF2B5EF4-FFF2-40B4-BE49-F238E27FC236}">
                <a16:creationId xmlns:a16="http://schemas.microsoft.com/office/drawing/2014/main" id="{22B6F74C-E23C-0161-0345-627D30A96A2C}"/>
              </a:ext>
            </a:extLst>
          </p:cNvPr>
          <p:cNvSpPr txBox="1">
            <a:spLocks/>
          </p:cNvSpPr>
          <p:nvPr/>
        </p:nvSpPr>
        <p:spPr>
          <a:xfrm>
            <a:off x="269874" y="2360803"/>
            <a:ext cx="3616325" cy="3383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000" dirty="0" err="1"/>
              <a:t>Reflectıon</a:t>
            </a:r>
            <a:r>
              <a:rPr lang="tr-TR" sz="2000" dirty="0"/>
              <a:t> </a:t>
            </a:r>
            <a:r>
              <a:rPr lang="tr-TR" sz="2000" dirty="0" err="1"/>
              <a:t>ıle</a:t>
            </a:r>
            <a:r>
              <a:rPr lang="tr-TR" sz="2000" dirty="0"/>
              <a:t> neler </a:t>
            </a:r>
            <a:r>
              <a:rPr lang="tr-TR" sz="2000" dirty="0" err="1"/>
              <a:t>yapılabılır</a:t>
            </a:r>
            <a:endParaRPr lang="tr-TR" sz="2000" dirty="0"/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E87C924C-A0A7-6A61-2A5F-CA2544E42205}"/>
              </a:ext>
            </a:extLst>
          </p:cNvPr>
          <p:cNvSpPr txBox="1">
            <a:spLocks/>
          </p:cNvSpPr>
          <p:nvPr/>
        </p:nvSpPr>
        <p:spPr>
          <a:xfrm>
            <a:off x="269874" y="2805938"/>
            <a:ext cx="10058400" cy="2040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800" dirty="0"/>
              <a:t>Sınıflara ve alanlarına erişim</a:t>
            </a:r>
          </a:p>
          <a:p>
            <a:r>
              <a:rPr lang="tr-TR" sz="1800" dirty="0"/>
              <a:t>Nesne oluşturma</a:t>
            </a:r>
          </a:p>
          <a:p>
            <a:r>
              <a:rPr lang="tr-TR" sz="1800" dirty="0"/>
              <a:t>Nesneleri değiştirme</a:t>
            </a:r>
          </a:p>
          <a:p>
            <a:r>
              <a:rPr lang="tr-TR" sz="1800" dirty="0" err="1"/>
              <a:t>Metod</a:t>
            </a:r>
            <a:r>
              <a:rPr lang="tr-TR" sz="1800" dirty="0"/>
              <a:t> çağrısı</a:t>
            </a:r>
          </a:p>
          <a:p>
            <a:r>
              <a:rPr lang="tr-TR" sz="1800" dirty="0"/>
              <a:t>Hata Ayıklama</a:t>
            </a:r>
          </a:p>
        </p:txBody>
      </p:sp>
    </p:spTree>
    <p:extLst>
      <p:ext uri="{BB962C8B-B14F-4D97-AF65-F5344CB8AC3E}">
        <p14:creationId xmlns:p14="http://schemas.microsoft.com/office/powerpoint/2010/main" val="285243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ACFC0E-13AB-7C98-2706-3966B647C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269875"/>
            <a:ext cx="3246120" cy="457200"/>
          </a:xfrm>
        </p:spPr>
        <p:txBody>
          <a:bodyPr>
            <a:normAutofit/>
          </a:bodyPr>
          <a:lstStyle/>
          <a:p>
            <a:r>
              <a:rPr lang="tr-TR" sz="2000" dirty="0" err="1"/>
              <a:t>Reflectıon</a:t>
            </a:r>
            <a:r>
              <a:rPr lang="tr-TR" sz="2000" dirty="0"/>
              <a:t> kullanımına örnek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C4E65CB-3CF7-DCA4-A337-7E52174D8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355" y="904748"/>
            <a:ext cx="5999279" cy="4691380"/>
          </a:xfr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F35F11D1-0C39-A4DB-49FC-75014D7CA732}"/>
              </a:ext>
            </a:extLst>
          </p:cNvPr>
          <p:cNvSpPr txBox="1">
            <a:spLocks/>
          </p:cNvSpPr>
          <p:nvPr/>
        </p:nvSpPr>
        <p:spPr>
          <a:xfrm>
            <a:off x="6835267" y="904748"/>
            <a:ext cx="5024501" cy="3420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tr-TR" sz="1800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0B3EA526-9B5B-415C-9419-C658B7708C12}"/>
              </a:ext>
            </a:extLst>
          </p:cNvPr>
          <p:cNvSpPr txBox="1"/>
          <p:nvPr/>
        </p:nvSpPr>
        <p:spPr>
          <a:xfrm>
            <a:off x="6835267" y="731774"/>
            <a:ext cx="490522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/>
              <a:t>Bu örnek kod, </a:t>
            </a:r>
            <a:r>
              <a:rPr lang="tr-TR" sz="1600" dirty="0" err="1"/>
              <a:t>ExampleClass</a:t>
            </a:r>
            <a:r>
              <a:rPr lang="tr-TR" sz="1600" dirty="0"/>
              <a:t> adındaki sınıfın tüm özelliklerini (</a:t>
            </a:r>
            <a:r>
              <a:rPr lang="tr-TR" sz="1600" dirty="0" err="1"/>
              <a:t>property</a:t>
            </a:r>
            <a:r>
              <a:rPr lang="tr-TR" sz="1600" dirty="0"/>
              <a:t>) çalışma zamanında dinamik olarak alıp, bu özelliklerin değerlerini ekrana yazdırmak için </a:t>
            </a:r>
            <a:r>
              <a:rPr lang="tr-TR" sz="1600" dirty="0" err="1"/>
              <a:t>reflection</a:t>
            </a:r>
            <a:r>
              <a:rPr lang="tr-TR" sz="1600" dirty="0"/>
              <a:t> (yansıma) mekanizmasını kullanmaktadır.</a:t>
            </a:r>
          </a:p>
          <a:p>
            <a:r>
              <a:rPr lang="tr-TR" sz="1600" dirty="0"/>
              <a:t>Kodda önce </a:t>
            </a:r>
            <a:r>
              <a:rPr lang="tr-TR" sz="1600" dirty="0" err="1"/>
              <a:t>ExampleClass</a:t>
            </a:r>
            <a:r>
              <a:rPr lang="tr-TR" sz="1600" dirty="0"/>
              <a:t> sınıfından bir nesne oluşturulup, özelliklerine bazı değerler atanır. Ardından bu nesnenin tipi (</a:t>
            </a:r>
            <a:r>
              <a:rPr lang="tr-TR" sz="1600" dirty="0" err="1"/>
              <a:t>Type</a:t>
            </a:r>
            <a:r>
              <a:rPr lang="tr-TR" sz="1600" dirty="0"/>
              <a:t>) elde edilir ve bu tipe ait tüm özellikler </a:t>
            </a:r>
            <a:r>
              <a:rPr lang="tr-TR" sz="1600" dirty="0" err="1"/>
              <a:t>GetProperties</a:t>
            </a:r>
            <a:r>
              <a:rPr lang="tr-TR" sz="1600" dirty="0"/>
              <a:t>() metodu ile alınır. </a:t>
            </a:r>
          </a:p>
          <a:p>
            <a:r>
              <a:rPr lang="tr-TR" sz="1600" dirty="0"/>
              <a:t>Döngü içerisinde her bir özelliğin adı ve değeri </a:t>
            </a:r>
            <a:r>
              <a:rPr lang="tr-TR" sz="1600" dirty="0" err="1"/>
              <a:t>GetValue</a:t>
            </a:r>
            <a:r>
              <a:rPr lang="tr-TR" sz="1600" dirty="0"/>
              <a:t>() metodu ile okunarak ekrana </a:t>
            </a:r>
            <a:r>
              <a:rPr lang="tr-TR" sz="1600" dirty="0" err="1"/>
              <a:t>yazdırılır.Bu</a:t>
            </a:r>
            <a:r>
              <a:rPr lang="tr-TR" sz="1600" dirty="0"/>
              <a:t> yapı sayesinde </a:t>
            </a:r>
            <a:r>
              <a:rPr lang="tr-TR" sz="1600" dirty="0" err="1"/>
              <a:t>ExampleClass</a:t>
            </a:r>
            <a:r>
              <a:rPr lang="tr-TR" sz="1600" dirty="0"/>
              <a:t> içinde bir özellik eklenip çıkarılsa ya da değiştirilse bile, bu değişiklikler çalışma zamanında otomatik olarak tanınır ve yeni ya da güncellenmiş tüm özellikler ekrana yansıtılır. </a:t>
            </a:r>
          </a:p>
          <a:p>
            <a:r>
              <a:rPr lang="tr-TR" sz="1600" dirty="0"/>
              <a:t>Yani, kodda herhangi bir ek değişiklik yapmaya gerek kalmadan sınıfın güncel yapısı her zaman doğru şekilde yansıtılır.</a:t>
            </a:r>
          </a:p>
        </p:txBody>
      </p:sp>
    </p:spTree>
    <p:extLst>
      <p:ext uri="{BB962C8B-B14F-4D97-AF65-F5344CB8AC3E}">
        <p14:creationId xmlns:p14="http://schemas.microsoft.com/office/powerpoint/2010/main" val="4146439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hta Yazı">
  <a:themeElements>
    <a:clrScheme name="Tahta Yaz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ahta Yazı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ahta Yaz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TM03090434[[fn=Tahta Yazı]]</Template>
  <TotalTime>15</TotalTime>
  <Words>178</Words>
  <Application>Microsoft Office PowerPoint</Application>
  <PresentationFormat>Geniş ekran</PresentationFormat>
  <Paragraphs>14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8" baseType="lpstr">
      <vt:lpstr>Arial</vt:lpstr>
      <vt:lpstr>Rockwell</vt:lpstr>
      <vt:lpstr>Rockwell Condensed</vt:lpstr>
      <vt:lpstr>Wingdings</vt:lpstr>
      <vt:lpstr>Tahta Yazı</vt:lpstr>
      <vt:lpstr>   Reflectıon nedır</vt:lpstr>
      <vt:lpstr>Reflectıon nedır</vt:lpstr>
      <vt:lpstr>Reflectıon kullanımına örnek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Talha Arslan</dc:creator>
  <cp:lastModifiedBy>Talha Arslan</cp:lastModifiedBy>
  <cp:revision>1</cp:revision>
  <dcterms:created xsi:type="dcterms:W3CDTF">2025-04-17T18:33:25Z</dcterms:created>
  <dcterms:modified xsi:type="dcterms:W3CDTF">2025-04-17T18:49:09Z</dcterms:modified>
</cp:coreProperties>
</file>